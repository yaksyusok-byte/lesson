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Орнаментальная иллюстрация подготовлена с помощью ИИ по предоставленному образцу. Текст редактируемый. Шрифты Lobster и Viaoda Libre прилагаются в архиве, их необходимо установить. Четыре щелчка: три части заголовка, затем авторы; каждая надпись плавно перемещается вверх на 3,5% высоты слайда с проявлением за 0,7 с. Воспроизведение в настольном PowerPoint не проверялось.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1965960"/>
            <a:ext cx="670255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600" b="0">
                <a:solidFill>
                  <a:srgbClr val="F4E3B5"/>
                </a:solidFill>
                <a:latin typeface="Lobster"/>
              </a:defRPr>
            </a:pPr>
            <a:r>
              <a:t>Танцевальное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779776"/>
            <a:ext cx="7397496" cy="11521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000" b="1">
                <a:solidFill>
                  <a:srgbClr val="F4E3B5"/>
                </a:solidFill>
                <a:latin typeface="Viaoda Libre"/>
              </a:defRPr>
            </a:pPr>
            <a:r>
              <a:t>ИСКУССТВО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050791"/>
            <a:ext cx="6702552" cy="868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4700" b="1">
                <a:solidFill>
                  <a:srgbClr val="F4E3B5"/>
                </a:solidFill>
                <a:latin typeface="Viaoda Libre"/>
              </a:defRPr>
            </a:pPr>
            <a:r>
              <a:t>в культуре Индии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5641848"/>
            <a:ext cx="4507992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400" b="0">
                <a:solidFill>
                  <a:srgbClr val="F4E3B5"/>
                </a:solidFill>
                <a:latin typeface="Times New Roman"/>
              </a:defRPr>
            </a:pPr>
            <a:r>
              <a:t>Подготовили: Алексейкина Алиса, Блинова Карина,</a:t>
            </a:r>
          </a:p>
          <a:p>
            <a:pPr algn="ctr">
              <a:lnSpc>
                <a:spcPct val="150000"/>
              </a:lnSpc>
              <a:spcAft>
                <a:spcPts val="0"/>
              </a:spcAft>
              <a:defRPr sz="1400" b="0">
                <a:solidFill>
                  <a:srgbClr val="F4E3B5"/>
                </a:solidFill>
                <a:latin typeface="Times New Roman"/>
              </a:defRPr>
            </a:pPr>
            <a:r>
              <a:t>Данеева Анастасия, Чеботарева Ксения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2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700"/>
                                  <p:tgtEl>
                                    <p:spTgt spid="3"/>
                                  </p:tgtEl>
                                </p:cBhvr>
                              </p:animEffect>
                              <p:animMotion origin="layout" path="M 0 0.035 L 0 0 E" pathEditMode="relative" rAng="0">
                                <p:cBhvr additive="base">
                                  <p:cTn id="7" dur="700" fill="hold" accel="20000" decel="50000"/>
                                  <p:tgtEl>
                                    <p:spTgt spid="3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presetID="2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700"/>
                                  <p:tgtEl>
                                    <p:spTgt spid="4"/>
                                  </p:tgtEl>
                                </p:cBhvr>
                              </p:animEffect>
                              <p:animMotion origin="layout" path="M 0 0.035 L 0 0 E" pathEditMode="relative" rAng="0">
                                <p:cBhvr additive="base">
                                  <p:cTn id="12" dur="700" fill="hold" accel="20000" decel="50000"/>
                                  <p:tgtEl>
                                    <p:spTgt spid="4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presetID="2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700"/>
                                  <p:tgtEl>
                                    <p:spTgt spid="5"/>
                                  </p:tgtEl>
                                </p:cBhvr>
                              </p:animEffect>
                              <p:animMotion origin="layout" path="M 0 0.035 L 0 0 E" pathEditMode="relative" rAng="0">
                                <p:cBhvr additive="base">
                                  <p:cTn id="17" dur="700" fill="hold" accel="20000" decel="50000"/>
                                  <p:tgtEl>
                                    <p:spTgt spid="5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2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700"/>
                                  <p:tgtEl>
                                    <p:spTgt spid="6"/>
                                  </p:tgtEl>
                                </p:cBhvr>
                              </p:animEffect>
                              <p:animMotion origin="layout" path="M 0 0.035 L 0 0 E" pathEditMode="relative" rAng="0">
                                <p:cBhvr additive="base">
                                  <p:cTn id="22" dur="700" fill="hold" accel="20000" decel="50000"/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Танцевальное искусство в культуре Индии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