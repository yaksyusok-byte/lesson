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1. Авторская иллюстрация танцовщицы бхаратанатьям, созданная с помощью ИИ; художественный образ, не документальная фотография. Заголовок: Viaoda Libre. Подпись: Times New Roman, 14 пт, интервал 1,5. Последовательность щелчков: заголовок, иллюстрация, авторы; проявление 0,6 с. Превью компоновки построено отдельно; воспроизведение в настольном PowerPoint требует проверки.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502920" y="512064"/>
            <a:ext cx="6217920" cy="0"/>
          </a:xfrm>
          <a:prstGeom prst="line">
            <a:avLst/>
          </a:prstGeom>
          <a:ln w="8890">
            <a:solidFill>
              <a:srgbClr val="C91E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02920" y="6382512"/>
            <a:ext cx="6217920" cy="0"/>
          </a:xfrm>
          <a:prstGeom prst="line">
            <a:avLst/>
          </a:prstGeom>
          <a:ln w="8890">
            <a:solidFill>
              <a:srgbClr val="C91E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6792163" y="491947"/>
            <a:ext cx="40233" cy="40233"/>
          </a:xfrm>
          <a:prstGeom prst="ellipse">
            <a:avLst/>
          </a:prstGeom>
          <a:solidFill>
            <a:srgbClr val="C9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765381" y="556605"/>
            <a:ext cx="40233" cy="40233"/>
          </a:xfrm>
          <a:prstGeom prst="ellipse">
            <a:avLst/>
          </a:prstGeom>
          <a:solidFill>
            <a:srgbClr val="C9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700723" y="583387"/>
            <a:ext cx="40233" cy="40233"/>
          </a:xfrm>
          <a:prstGeom prst="ellipse">
            <a:avLst/>
          </a:prstGeom>
          <a:solidFill>
            <a:srgbClr val="C9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36065" y="556605"/>
            <a:ext cx="40233" cy="40233"/>
          </a:xfrm>
          <a:prstGeom prst="ellipse">
            <a:avLst/>
          </a:prstGeom>
          <a:solidFill>
            <a:srgbClr val="C9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609283" y="491947"/>
            <a:ext cx="40233" cy="40233"/>
          </a:xfrm>
          <a:prstGeom prst="ellipse">
            <a:avLst/>
          </a:prstGeom>
          <a:solidFill>
            <a:srgbClr val="C9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636065" y="427289"/>
            <a:ext cx="40233" cy="40233"/>
          </a:xfrm>
          <a:prstGeom prst="ellipse">
            <a:avLst/>
          </a:prstGeom>
          <a:solidFill>
            <a:srgbClr val="C9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700723" y="400507"/>
            <a:ext cx="40233" cy="40233"/>
          </a:xfrm>
          <a:prstGeom prst="ellipse">
            <a:avLst/>
          </a:prstGeom>
          <a:solidFill>
            <a:srgbClr val="C9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765381" y="427289"/>
            <a:ext cx="40233" cy="40233"/>
          </a:xfrm>
          <a:prstGeom prst="ellipse">
            <a:avLst/>
          </a:prstGeom>
          <a:solidFill>
            <a:srgbClr val="C9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83387" y="6362395"/>
            <a:ext cx="40233" cy="40233"/>
          </a:xfrm>
          <a:prstGeom prst="ellipse">
            <a:avLst/>
          </a:prstGeom>
          <a:solidFill>
            <a:srgbClr val="C9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56605" y="6427053"/>
            <a:ext cx="40233" cy="40233"/>
          </a:xfrm>
          <a:prstGeom prst="ellipse">
            <a:avLst/>
          </a:prstGeom>
          <a:solidFill>
            <a:srgbClr val="C9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91947" y="6453835"/>
            <a:ext cx="40233" cy="40233"/>
          </a:xfrm>
          <a:prstGeom prst="ellipse">
            <a:avLst/>
          </a:prstGeom>
          <a:solidFill>
            <a:srgbClr val="C9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27289" y="6427053"/>
            <a:ext cx="40233" cy="40233"/>
          </a:xfrm>
          <a:prstGeom prst="ellipse">
            <a:avLst/>
          </a:prstGeom>
          <a:solidFill>
            <a:srgbClr val="C9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00507" y="6362395"/>
            <a:ext cx="40233" cy="40233"/>
          </a:xfrm>
          <a:prstGeom prst="ellipse">
            <a:avLst/>
          </a:prstGeom>
          <a:solidFill>
            <a:srgbClr val="C9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27289" y="6297737"/>
            <a:ext cx="40233" cy="40233"/>
          </a:xfrm>
          <a:prstGeom prst="ellipse">
            <a:avLst/>
          </a:prstGeom>
          <a:solidFill>
            <a:srgbClr val="C9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1947" y="6270955"/>
            <a:ext cx="40233" cy="40233"/>
          </a:xfrm>
          <a:prstGeom prst="ellipse">
            <a:avLst/>
          </a:prstGeom>
          <a:solidFill>
            <a:srgbClr val="C9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56605" y="6297737"/>
            <a:ext cx="40233" cy="40233"/>
          </a:xfrm>
          <a:prstGeom prst="ellipse">
            <a:avLst/>
          </a:prstGeom>
          <a:solidFill>
            <a:srgbClr val="C9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539496" y="749808"/>
            <a:ext cx="0" cy="73152"/>
          </a:xfrm>
          <a:prstGeom prst="line">
            <a:avLst/>
          </a:prstGeom>
          <a:ln w="15240">
            <a:solidFill>
              <a:srgbClr val="C91E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67512" y="749808"/>
            <a:ext cx="0" cy="137160"/>
          </a:xfrm>
          <a:prstGeom prst="line">
            <a:avLst/>
          </a:prstGeom>
          <a:ln w="15240">
            <a:solidFill>
              <a:srgbClr val="C91E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95528" y="749808"/>
            <a:ext cx="0" cy="73152"/>
          </a:xfrm>
          <a:prstGeom prst="line">
            <a:avLst/>
          </a:prstGeom>
          <a:ln w="15240">
            <a:solidFill>
              <a:srgbClr val="C91E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23544" y="749808"/>
            <a:ext cx="0" cy="137160"/>
          </a:xfrm>
          <a:prstGeom prst="line">
            <a:avLst/>
          </a:prstGeom>
          <a:ln w="15240">
            <a:solidFill>
              <a:srgbClr val="C91E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51560" y="749808"/>
            <a:ext cx="0" cy="73152"/>
          </a:xfrm>
          <a:prstGeom prst="line">
            <a:avLst/>
          </a:prstGeom>
          <a:ln w="15240">
            <a:solidFill>
              <a:srgbClr val="C91E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02920" y="1234440"/>
            <a:ext cx="662940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5000">
                <a:solidFill>
                  <a:srgbClr val="C91E20"/>
                </a:solidFill>
                <a:latin typeface="Viaoda Libre"/>
              </a:defRPr>
            </a:pPr>
            <a:r>
              <a:t>Танцевальное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2020824"/>
            <a:ext cx="6492240" cy="9509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5400">
                <a:solidFill>
                  <a:srgbClr val="C91E20"/>
                </a:solidFill>
                <a:latin typeface="Viaoda Libre"/>
              </a:defRPr>
            </a:pPr>
            <a:r>
              <a:t>искусство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9496" y="3127248"/>
            <a:ext cx="64008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3400">
                <a:solidFill>
                  <a:srgbClr val="29244F"/>
                </a:solidFill>
                <a:latin typeface="Viaoda Libre"/>
              </a:defRPr>
            </a:pPr>
            <a:r>
              <a:t>в культуре Индии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48640" y="4206240"/>
            <a:ext cx="731520" cy="0"/>
          </a:xfrm>
          <a:prstGeom prst="line">
            <a:avLst/>
          </a:prstGeom>
          <a:ln w="22860">
            <a:solidFill>
              <a:srgbClr val="C91E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57784" y="4782312"/>
            <a:ext cx="6217920" cy="11887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0"/>
              </a:spcAft>
              <a:defRPr sz="1400">
                <a:solidFill>
                  <a:srgbClr val="29244F"/>
                </a:solidFill>
                <a:latin typeface="Times New Roman"/>
              </a:defRPr>
            </a:pPr>
            <a:r>
              <a:t>Подготовили:</a:t>
            </a:r>
          </a:p>
          <a:p>
            <a:pPr>
              <a:lnSpc>
                <a:spcPct val="150000"/>
              </a:lnSpc>
              <a:spcAft>
                <a:spcPts val="0"/>
              </a:spcAft>
              <a:defRPr sz="1400">
                <a:solidFill>
                  <a:srgbClr val="29244F"/>
                </a:solidFill>
                <a:latin typeface="Times New Roman"/>
              </a:defRPr>
            </a:pPr>
            <a:r>
              <a:t>Алексейкина Алиса, Блинова Карина,</a:t>
            </a:r>
          </a:p>
          <a:p>
            <a:pPr>
              <a:lnSpc>
                <a:spcPct val="150000"/>
              </a:lnSpc>
              <a:spcAft>
                <a:spcPts val="0"/>
              </a:spcAft>
              <a:defRPr sz="1400">
                <a:solidFill>
                  <a:srgbClr val="29244F"/>
                </a:solidFill>
                <a:latin typeface="Times New Roman"/>
              </a:defRPr>
            </a:pPr>
            <a:r>
              <a:t>Данеева Анастасия, Чеботарева Ксения</a:t>
            </a:r>
          </a:p>
        </p:txBody>
      </p:sp>
      <p:pic>
        <p:nvPicPr>
          <p:cNvPr id="31" name="Picture 30" descr="dancer_cr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84048"/>
            <a:ext cx="4489704" cy="6089904"/>
          </a:xfrm>
          <a:prstGeom prst="rect">
            <a:avLst/>
          </a:prstGeom>
        </p:spPr>
      </p:pic>
      <p:cxnSp>
        <p:nvCxnSpPr>
          <p:cNvPr id="32" name="Connector 31"/>
          <p:cNvCxnSpPr/>
          <p:nvPr/>
        </p:nvCxnSpPr>
        <p:spPr>
          <a:xfrm>
            <a:off x="7178040" y="384048"/>
            <a:ext cx="0" cy="6089904"/>
          </a:xfrm>
          <a:prstGeom prst="line">
            <a:avLst/>
          </a:prstGeom>
          <a:ln w="8890">
            <a:solidFill>
              <a:srgbClr val="2924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6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60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" dur="60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" dur="600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" dur="60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Танцевальное искусство в культуре Индии</dc:title>
  <dc:subject/>
  <dc:creator>Алексейкина Алиса, Блинова Карина, Данеева Анастасия, Чеботарева Ксения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