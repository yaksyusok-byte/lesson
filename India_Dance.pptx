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1. Авторская иллюстрация танцовщицы бхаратанатьям, созданная с помощью ИИ; художественный образ, не документальная фотография. Заголовок: Noto Serif Display. Подпись: Times New Roman, 14 пт, интервал 1,5. Последовательность щелчков: заголовок, иллюстрация, авторы; проявление 0,6 с. Превью компоновки построено отдельно; воспроизведение в настольном PowerPoint требует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02920" y="512064"/>
            <a:ext cx="6217920" cy="0"/>
          </a:xfrm>
          <a:prstGeom prst="line">
            <a:avLst/>
          </a:prstGeom>
          <a:ln w="8890">
            <a:solidFill>
              <a:srgbClr val="C91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6382512"/>
            <a:ext cx="6217920" cy="0"/>
          </a:xfrm>
          <a:prstGeom prst="line">
            <a:avLst/>
          </a:prstGeom>
          <a:ln w="8890">
            <a:solidFill>
              <a:srgbClr val="C91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792163" y="491947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5381" y="556605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00723" y="583387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36065" y="556605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09283" y="491947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36065" y="427289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00723" y="400507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5381" y="427289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3387" y="6362395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6605" y="6427053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1947" y="6453835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7289" y="6427053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0507" y="6362395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289" y="6297737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1947" y="6270955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6605" y="6297737"/>
            <a:ext cx="40233" cy="40233"/>
          </a:xfrm>
          <a:prstGeom prst="ellipse">
            <a:avLst/>
          </a:prstGeom>
          <a:solidFill>
            <a:srgbClr val="C9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39496" y="749808"/>
            <a:ext cx="0" cy="73152"/>
          </a:xfrm>
          <a:prstGeom prst="line">
            <a:avLst/>
          </a:prstGeom>
          <a:ln w="15240">
            <a:solidFill>
              <a:srgbClr val="C91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" y="749808"/>
            <a:ext cx="0" cy="137160"/>
          </a:xfrm>
          <a:prstGeom prst="line">
            <a:avLst/>
          </a:prstGeom>
          <a:ln w="15240">
            <a:solidFill>
              <a:srgbClr val="C91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5528" y="749808"/>
            <a:ext cx="0" cy="73152"/>
          </a:xfrm>
          <a:prstGeom prst="line">
            <a:avLst/>
          </a:prstGeom>
          <a:ln w="15240">
            <a:solidFill>
              <a:srgbClr val="C91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" y="749808"/>
            <a:ext cx="0" cy="137160"/>
          </a:xfrm>
          <a:prstGeom prst="line">
            <a:avLst/>
          </a:prstGeom>
          <a:ln w="15240">
            <a:solidFill>
              <a:srgbClr val="C91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51560" y="749808"/>
            <a:ext cx="0" cy="73152"/>
          </a:xfrm>
          <a:prstGeom prst="line">
            <a:avLst/>
          </a:prstGeom>
          <a:ln w="15240">
            <a:solidFill>
              <a:srgbClr val="C91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1234440"/>
            <a:ext cx="66294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4600">
                <a:solidFill>
                  <a:srgbClr val="C91E20"/>
                </a:solidFill>
                <a:latin typeface="Noto Serif Display"/>
              </a:defRPr>
            </a:pPr>
            <a:r>
              <a:t>Танцевальное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020824"/>
            <a:ext cx="6492240" cy="950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000">
                <a:solidFill>
                  <a:srgbClr val="C91E20"/>
                </a:solidFill>
                <a:latin typeface="Noto Serif Display"/>
              </a:defRPr>
            </a:pPr>
            <a:r>
              <a:t>искусство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" y="3127248"/>
            <a:ext cx="6400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400">
                <a:solidFill>
                  <a:srgbClr val="29244F"/>
                </a:solidFill>
                <a:latin typeface="Noto Serif Display"/>
              </a:defRPr>
            </a:pPr>
            <a:r>
              <a:t>в культуре Индии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206240"/>
            <a:ext cx="731520" cy="0"/>
          </a:xfrm>
          <a:prstGeom prst="line">
            <a:avLst/>
          </a:prstGeom>
          <a:ln w="22860">
            <a:solidFill>
              <a:srgbClr val="C91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57784" y="4782312"/>
            <a:ext cx="621792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  <a:defRPr sz="1400">
                <a:solidFill>
                  <a:srgbClr val="29244F"/>
                </a:solidFill>
                <a:latin typeface="Times New Roman"/>
              </a:defRPr>
            </a:pPr>
            <a:r>
              <a:t>Подготовили:</a:t>
            </a:r>
          </a:p>
          <a:p>
            <a:pPr>
              <a:lnSpc>
                <a:spcPct val="150000"/>
              </a:lnSpc>
              <a:spcAft>
                <a:spcPts val="0"/>
              </a:spcAft>
              <a:defRPr sz="1400">
                <a:solidFill>
                  <a:srgbClr val="29244F"/>
                </a:solidFill>
                <a:latin typeface="Times New Roman"/>
              </a:defRPr>
            </a:pPr>
            <a:r>
              <a:t>Алексейкина Алиса, Блинова Карина,</a:t>
            </a:r>
          </a:p>
          <a:p>
            <a:pPr>
              <a:lnSpc>
                <a:spcPct val="150000"/>
              </a:lnSpc>
              <a:spcAft>
                <a:spcPts val="0"/>
              </a:spcAft>
              <a:defRPr sz="1400">
                <a:solidFill>
                  <a:srgbClr val="29244F"/>
                </a:solidFill>
                <a:latin typeface="Times New Roman"/>
              </a:defRPr>
            </a:pPr>
            <a:r>
              <a:t>Данеева Анастасия, Чеботарева Ксения</a:t>
            </a:r>
          </a:p>
        </p:txBody>
      </p:sp>
      <p:pic>
        <p:nvPicPr>
          <p:cNvPr id="31" name="Picture 30" descr="dancer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4048"/>
            <a:ext cx="4489704" cy="6089904"/>
          </a:xfrm>
          <a:prstGeom prst="rect">
            <a:avLst/>
          </a:prstGeom>
        </p:spPr>
      </p:pic>
      <p:cxnSp>
        <p:nvCxnSpPr>
          <p:cNvPr id="32" name="Connector 31"/>
          <p:cNvCxnSpPr/>
          <p:nvPr/>
        </p:nvCxnSpPr>
        <p:spPr>
          <a:xfrm>
            <a:off x="7178040" y="384048"/>
            <a:ext cx="0" cy="6089904"/>
          </a:xfrm>
          <a:prstGeom prst="line">
            <a:avLst/>
          </a:prstGeom>
          <a:ln w="8890">
            <a:solidFill>
              <a:srgbClr val="292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6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Танцевальное искусство в культуре Индии</dc:title>
  <dc:subject/>
  <dc:creator>Алексейкина Алиса, Блинова Карина, Данеева Анастасия, Чеботарева Ксения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